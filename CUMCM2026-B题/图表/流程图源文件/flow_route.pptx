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9677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0" y="381000"/>
            <a:ext cx="4572000" cy="812800"/>
          </a:xfrm>
          <a:prstGeom prst="roundRect">
            <a:avLst>
              <a:gd name="adj" fmla="val 10000"/>
            </a:avLst>
          </a:prstGeom>
          <a:solidFill>
            <a:srgbClr val="FCEEE7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读取题面、附件与接口约束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56000" y="1905000"/>
            <a:ext cx="5080000" cy="1201928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统一集合模型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误差楔 · 距离域 · 清除域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0" y="1193800"/>
            <a:ext cx="0" cy="7112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9400" y="3792728"/>
            <a:ext cx="2603500" cy="1637792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问题一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有界误差定位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直径与覆盖判定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581150" y="3106928"/>
            <a:ext cx="4514850" cy="6858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25800" y="3792728"/>
            <a:ext cx="2603500" cy="1637792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问题二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保证接收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稳定交会选点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527550" y="3106928"/>
            <a:ext cx="1568450" cy="6858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72200" y="3792728"/>
            <a:ext cx="2603500" cy="1637792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问题三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全向连续发现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集合定位清除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3106928"/>
            <a:ext cx="1377950" cy="6858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18600" y="3792728"/>
            <a:ext cx="2603500" cy="1637792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问题四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定向连续发现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正负观测调度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3106928"/>
            <a:ext cx="4324350" cy="6858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86000" y="6065520"/>
            <a:ext cx="7620000" cy="1201928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2222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保守清除与滚动路线调度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只在安全约束内压缩虚拟时间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81150" y="5430520"/>
            <a:ext cx="1593850" cy="635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27550" y="5430520"/>
            <a:ext cx="0" cy="635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73950" y="5430520"/>
            <a:ext cx="0" cy="635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017000" y="5430520"/>
            <a:ext cx="1403350" cy="635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651000" y="7826248"/>
            <a:ext cx="8890000" cy="1201928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2222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分层验证：连续覆盖检验 · 离线合成回归</a:t>
            </a:r>
          </a:p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官方演练锚定 · 正式测试定成绩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7267448"/>
            <a:ext cx="0" cy="5588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