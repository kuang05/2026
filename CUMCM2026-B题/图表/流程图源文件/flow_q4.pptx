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176000" cy="12776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651000" y="431800"/>
            <a:ext cx="7874000" cy="1336040"/>
          </a:xfrm>
          <a:prstGeom prst="roundRect">
            <a:avLst>
              <a:gd name="adj" fmla="val 10000"/>
            </a:avLst>
          </a:prstGeom>
          <a:solidFill>
            <a:srgbClr val="FCEEE7"/>
          </a:solidFill>
          <a:ln w="222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生成中心、八点内环（996 m）</a:t>
            </a:r>
          </a:p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十二点外环（1863.756 m）共 21 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51000" y="2250440"/>
            <a:ext cx="7874000" cy="1336040"/>
          </a:xfrm>
          <a:prstGeom prst="roundRect">
            <a:avLst>
              <a:gd name="adj" fmla="val 10000"/>
            </a:avLst>
          </a:prstGeom>
          <a:solidFill>
            <a:srgbClr val="E8F1FA"/>
          </a:solidFill>
          <a:ln w="222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放大目标域（外切 720 边形）与 997 m</a:t>
            </a:r>
          </a:p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保守接收圆作连续覆盖检验</a:t>
            </a:r>
          </a:p>
        </p:txBody>
      </p:sp>
      <p:sp>
        <p:nvSpPr>
          <p:cNvPr id="4" name="Diamond 3"/>
          <p:cNvSpPr/>
          <p:nvPr/>
        </p:nvSpPr>
        <p:spPr>
          <a:xfrm>
            <a:off x="1651000" y="4069079"/>
            <a:ext cx="7874000" cy="1524000"/>
          </a:xfrm>
          <a:prstGeom prst="diamond">
            <a:avLst/>
          </a:prstGeom>
          <a:solidFill>
            <a:srgbClr val="FFF3D6"/>
          </a:solidFill>
          <a:ln w="2222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存在未覆盖凸片或方向缺口？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1000" y="7371080"/>
            <a:ext cx="7874000" cy="1336040"/>
          </a:xfrm>
          <a:prstGeom prst="roundRect">
            <a:avLst>
              <a:gd name="adj" fmla="val 10000"/>
            </a:avLst>
          </a:prstGeom>
          <a:solidFill>
            <a:srgbClr val="E8F1FA"/>
          </a:solidFill>
          <a:ln w="222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扫描未知频道</a:t>
            </a:r>
          </a:p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记录正观测与 no_signal 负观测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51000" y="9189719"/>
            <a:ext cx="7874000" cy="1336040"/>
          </a:xfrm>
          <a:prstGeom prst="roundRect">
            <a:avLst>
              <a:gd name="adj" fmla="val 10000"/>
            </a:avLst>
          </a:prstGeom>
          <a:solidFill>
            <a:srgbClr val="E8F1FA"/>
          </a:solidFill>
          <a:ln w="222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共同接收半径 ρ、方向弧 u 联合更新</a:t>
            </a:r>
          </a:p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保守相容域（仅删严格不相容单元）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51000" y="11008360"/>
            <a:ext cx="7874000" cy="1336040"/>
          </a:xfrm>
          <a:prstGeom prst="roundRect">
            <a:avLst>
              <a:gd name="adj" fmla="val 10000"/>
            </a:avLst>
          </a:prstGeom>
          <a:solidFill>
            <a:srgbClr val="FCEEE7"/>
          </a:solidFill>
          <a:ln w="222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安全服务点 + 有限前瞻排序</a:t>
            </a:r>
          </a:p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滚动 2-opt 与保证清除 → /exit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588000" y="1767839"/>
            <a:ext cx="0" cy="482601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588000" y="3586479"/>
            <a:ext cx="0" cy="4826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588000" y="8707120"/>
            <a:ext cx="0" cy="482599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588000" y="10525760"/>
            <a:ext cx="0" cy="4826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16000" y="6075680"/>
            <a:ext cx="3937000" cy="1268984"/>
          </a:xfrm>
          <a:prstGeom prst="roundRect">
            <a:avLst>
              <a:gd name="adj" fmla="val 10000"/>
            </a:avLst>
          </a:prstGeom>
          <a:solidFill>
            <a:srgbClr val="E2EFDA"/>
          </a:solidFill>
          <a:ln w="22225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28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调整半径或布局</a:t>
            </a:r>
          </a:p>
          <a:p>
            <a:pPr algn="ctr">
              <a:lnSpc>
                <a:spcPct val="105000"/>
              </a:lnSpc>
            </a:pPr>
            <a:r>
              <a:rPr sz="28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重新覆盖检验（回环）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3746500" y="5593080"/>
            <a:ext cx="508000" cy="4826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943100" y="5516880"/>
            <a:ext cx="2032000" cy="5080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800" b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9300" y="5516880"/>
            <a:ext cx="2032000" cy="5080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800" b="0">
                <a:solidFill>
                  <a:srgbClr val="538135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21500" y="5593080"/>
            <a:ext cx="0" cy="17780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1778000" y="6050280"/>
            <a:ext cx="1206500" cy="25400"/>
          </a:xfrm>
          <a:prstGeom prst="line">
            <a:avLst/>
          </a:prstGeom>
          <a:ln w="2540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778000" y="1920239"/>
            <a:ext cx="0" cy="4130041"/>
          </a:xfrm>
          <a:prstGeom prst="line">
            <a:avLst/>
          </a:prstGeom>
          <a:ln w="2540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778000" y="1920239"/>
            <a:ext cx="3810000" cy="0"/>
          </a:xfrm>
          <a:prstGeom prst="line">
            <a:avLst/>
          </a:prstGeom>
          <a:ln w="2540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588000" y="1767839"/>
            <a:ext cx="0" cy="1524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