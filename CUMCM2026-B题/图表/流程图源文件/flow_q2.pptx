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22000" cy="12405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43180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固定首测点与示向度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建立一次观测可行域 F₁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227584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坐标标准化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构造 max‖p−z‖ ≤ 1000 保证接收域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411987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网格枚举候选点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计算连续最坏交会角</a:t>
            </a:r>
          </a:p>
        </p:txBody>
      </p:sp>
      <p:sp>
        <p:nvSpPr>
          <p:cNvPr id="5" name="Diamond 4"/>
          <p:cNvSpPr/>
          <p:nvPr/>
        </p:nvSpPr>
        <p:spPr>
          <a:xfrm>
            <a:off x="1524000" y="5963920"/>
            <a:ext cx="7874000" cy="1524000"/>
          </a:xfrm>
          <a:prstGeom prst="diamond">
            <a:avLst/>
          </a:prstGeom>
          <a:solidFill>
            <a:srgbClr val="FFF3D6"/>
          </a:solidFill>
          <a:ln w="222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同时满足接收与 γ ≥ 30°？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063751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两次观测交会定位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保留全部误差相容位置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61000" y="1767839"/>
            <a:ext cx="0" cy="508001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61000" y="3611879"/>
            <a:ext cx="0" cy="50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61000" y="5455920"/>
            <a:ext cx="0" cy="50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9000" y="7995919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加密网格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或报告无鲁棒候选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619500" y="7487919"/>
            <a:ext cx="508000" cy="5080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96000" y="9316719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按角度优先、路程次优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选取第二检测点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94500" y="7487919"/>
            <a:ext cx="508000" cy="18288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16100" y="7411719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2300" y="7411719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53813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57500" y="9264903"/>
            <a:ext cx="0" cy="154940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64500" y="10585703"/>
            <a:ext cx="0" cy="22860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57500" y="10814303"/>
            <a:ext cx="5207000" cy="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461000" y="10637519"/>
            <a:ext cx="0" cy="176784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