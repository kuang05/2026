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22000" cy="12578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431800"/>
            <a:ext cx="7874000" cy="833119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读取检测点与示向度（误差界 ±1°）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0" y="179832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每次观测转为闭角楔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（两条线性半平面约束）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0" y="3667759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与目标圆、1500 m 距离圆盘求交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（圆盘用内外正多边形夹逼）</a:t>
            </a:r>
          </a:p>
        </p:txBody>
      </p:sp>
      <p:sp>
        <p:nvSpPr>
          <p:cNvPr id="5" name="Diamond 4"/>
          <p:cNvSpPr/>
          <p:nvPr/>
        </p:nvSpPr>
        <p:spPr>
          <a:xfrm>
            <a:off x="1524000" y="5537199"/>
            <a:ext cx="7874000" cy="1524000"/>
          </a:xfrm>
          <a:prstGeom prst="diamond">
            <a:avLst/>
          </a:prstGeom>
          <a:solidFill>
            <a:srgbClr val="FFF3D6"/>
          </a:solidFill>
          <a:ln w="222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可行域为空或无界？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894080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枚举顶点对求直径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并求最小覆盖圆（Welzl 类）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000" y="1081024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点积判据检验直径圆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输出可复核的几何判定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61000" y="1264920"/>
            <a:ext cx="0" cy="5334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61000" y="3134360"/>
            <a:ext cx="0" cy="533399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61000" y="5003799"/>
            <a:ext cx="0" cy="5334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61000" y="10276840"/>
            <a:ext cx="0" cy="5334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5500" y="7594600"/>
            <a:ext cx="3937000" cy="126898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报告 EMPTY / UNBOUNDED</a:t>
            </a:r>
          </a:p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不虚构定位结果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556000" y="7061200"/>
            <a:ext cx="571500" cy="5334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52600" y="6985000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538135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6985000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94500" y="7061200"/>
            <a:ext cx="0" cy="18796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